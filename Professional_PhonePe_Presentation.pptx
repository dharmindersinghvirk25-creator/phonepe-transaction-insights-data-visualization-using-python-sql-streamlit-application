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PhonePe Transaction Insights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1371600" y="3886200"/>
            <a:ext cx="6399360" cy="175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b="0" lang="en-GB" sz="3200" spc="-1" strike="noStrike">
                <a:solidFill>
                  <a:srgbClr val="8b8b8b"/>
                </a:solidFill>
                <a:latin typeface="Calibri"/>
                <a:ea typeface="DejaVu Sans"/>
              </a:rPr>
              <a:t>Interactive Data Analytics Dashboard</a:t>
            </a:r>
            <a:endParaRPr b="0" lang="en-GB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endParaRPr b="0" lang="en-GB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b="0" lang="en-GB" sz="3200" spc="-1" strike="noStrike">
                <a:solidFill>
                  <a:srgbClr val="8b8b8b"/>
                </a:solidFill>
                <a:latin typeface="Calibri"/>
                <a:ea typeface="DejaVu Sans"/>
              </a:rPr>
              <a:t>Submitted By </a:t>
            </a:r>
            <a:endParaRPr b="0" lang="en-GB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b="0" lang="en-GB" sz="3200" spc="-1" strike="noStrike">
                <a:solidFill>
                  <a:srgbClr val="8b8b8b"/>
                </a:solidFill>
                <a:latin typeface="Calibri"/>
                <a:ea typeface="DejaVu Sans"/>
              </a:rPr>
              <a:t>Dharminder Singh Virk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Project Objective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Analyze transaction trends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Identify top regions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Detect fraud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Generate business insights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Tech Stack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Bef>
                <a:spcPts val="641"/>
              </a:spcBef>
            </a:pPr>
            <a:endParaRPr b="0" lang="en-GB" sz="1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Python, Streamlit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Pandas, SQLite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Plotly, PyDeck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Key Features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endParaRPr b="0" lang="en-GB" sz="18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KPI Metrices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Filters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Interactive Charts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Download Option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Visualizations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Bar, Line, Pie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Heatmap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Choropleth Map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District Map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Business Insights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P2P dominates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Merchant growth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Tier-2 growth strong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Fraud Detection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99th percentile logic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Detect anomalies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Improves trust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Dashboard Preview</a:t>
            </a:r>
            <a:endParaRPr b="0" lang="en-GB" sz="4400" spc="-1" strike="noStrike">
              <a:latin typeface="Arial"/>
            </a:endParaRPr>
          </a:p>
        </p:txBody>
      </p:sp>
      <p:pic>
        <p:nvPicPr>
          <p:cNvPr id="129" name="Picture 2" descr=""/>
          <p:cNvPicPr/>
          <p:nvPr/>
        </p:nvPicPr>
        <p:blipFill>
          <a:blip r:embed="rId1"/>
          <a:stretch/>
        </p:blipFill>
        <p:spPr>
          <a:xfrm>
            <a:off x="1061280" y="1296000"/>
            <a:ext cx="7076880" cy="5039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Future Scope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ML models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Real-time APIs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Predictive analytics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Conclusion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Data-driven insights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Growth + Security</a:t>
            </a:r>
            <a:endParaRPr b="0" lang="en-GB" sz="3200" spc="-1" strike="noStrike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Business value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LibreOffice/6.2.0.3$Windows_X86_64 LibreOffice_project/98c6a8a1c6c7b144ce3cc729e34964b47ce25d62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2026-03-29T15:13:29Z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